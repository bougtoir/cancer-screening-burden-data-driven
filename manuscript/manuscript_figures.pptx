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Total downstream visits by follow-up rate</a:t>
            </a:r>
          </a:p>
        </p:txBody>
      </p:sp>
      <p:pic>
        <p:nvPicPr>
          <p:cNvPr id="3" name="Picture 2" descr="total_visits_by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814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Diagnostic capacity utilisation by follow-up rate</a:t>
            </a:r>
          </a:p>
        </p:txBody>
      </p:sp>
      <p:pic>
        <p:nvPicPr>
          <p:cNvPr id="3" name="Picture 2" descr="capacity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9774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3. Age-specific PPV by cancer type</a:t>
            </a:r>
          </a:p>
        </p:txBody>
      </p:sp>
      <p:pic>
        <p:nvPicPr>
          <p:cNvPr id="3" name="Picture 2" descr="ppv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432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4. PPV and total positives across specificity values</a:t>
            </a:r>
          </a:p>
        </p:txBody>
      </p:sp>
      <p:pic>
        <p:nvPicPr>
          <p:cNvPr id="3" name="Picture 2" descr="specifi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6644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S1. One-way sensitivity of maximum capacity utilisation</a:t>
            </a:r>
          </a:p>
        </p:txBody>
      </p:sp>
      <p:pic>
        <p:nvPicPr>
          <p:cNvPr id="3" name="Picture 2" descr="tornado_max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528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S2. One-way sensitivity of aggregate PPV</a:t>
            </a:r>
          </a:p>
        </p:txBody>
      </p:sp>
      <p:pic>
        <p:nvPicPr>
          <p:cNvPr id="3" name="Picture 2" descr="tornad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5528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S3. Aggregate PPV under alternative age-distribution scenarios</a:t>
            </a:r>
          </a:p>
        </p:txBody>
      </p:sp>
      <p:pic>
        <p:nvPicPr>
          <p:cNvPr id="3" name="Picture 2" descr="age_scenari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058400" cy="4972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