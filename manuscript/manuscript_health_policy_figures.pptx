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1. Diagnostic capacity utilisation by follow-up rate</a:t>
            </a:r>
          </a:p>
        </p:txBody>
      </p:sp>
      <p:pic>
        <p:nvPicPr>
          <p:cNvPr id="3" name="Picture 2" descr="capacity_uti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59734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2. Age-specific PPV by cancer type</a:t>
            </a:r>
          </a:p>
        </p:txBody>
      </p:sp>
      <p:pic>
        <p:nvPicPr>
          <p:cNvPr id="3" name="Picture 2" descr="ppv_by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54274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Supplementary Figure S1. Total downstream visits by follow-up rate</a:t>
            </a:r>
          </a:p>
        </p:txBody>
      </p:sp>
      <p:pic>
        <p:nvPicPr>
          <p:cNvPr id="3" name="Picture 2" descr="total_visits_by_follow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59770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Supplementary Figure S2. PPV and total positives across specificity values</a:t>
            </a:r>
          </a:p>
        </p:txBody>
      </p:sp>
      <p:pic>
        <p:nvPicPr>
          <p:cNvPr id="3" name="Picture 2" descr="specificity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6644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Supplementary Figure S3. One-way sensitivity of maximum capacity utilisation</a:t>
            </a:r>
          </a:p>
        </p:txBody>
      </p:sp>
      <p:pic>
        <p:nvPicPr>
          <p:cNvPr id="3" name="Picture 2" descr="tornado_max_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55172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Supplementary Figure S4. One-way sensitivity of aggregate PPV</a:t>
            </a:r>
          </a:p>
        </p:txBody>
      </p:sp>
      <p:pic>
        <p:nvPicPr>
          <p:cNvPr id="3" name="Picture 2" descr="tornado_pp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55172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Supplementary Figure S5. Aggregate PPV under alternative age-distribution scenarios</a:t>
            </a:r>
          </a:p>
        </p:txBody>
      </p:sp>
      <p:pic>
        <p:nvPicPr>
          <p:cNvPr id="3" name="Picture 2" descr="age_scenario_pp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49700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